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6459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EE7B7"/>
                </a:solidFill>
              </a:rPr>
              <a:t>SAFECITY  PHASE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" y="45720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Random Forest — Crime Category Prediction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64592" y="1051560"/>
            <a:ext cx="20574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097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81.5%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" y="15544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 Accuracy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" y="17647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150 trees, optimal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86584" y="1051560"/>
            <a:ext cx="20574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86584" y="1097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0.812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386584" y="15544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Weighted F1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86584" y="17647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Macro F1: 0.641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08576" y="1051560"/>
            <a:ext cx="20574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097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Severity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08576" y="15544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 Feature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08576" y="17647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25% importance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30568" y="1051560"/>
            <a:ext cx="20574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0568" y="1097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12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30568" y="15544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30568" y="17647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Crime categories</a:t>
            </a:r>
            <a:endParaRPr lang="en-US" sz="8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2194560"/>
            <a:ext cx="4206240" cy="2651760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94560"/>
            <a:ext cx="4389120" cy="2651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64592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Confusion Matrix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572000" y="48006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Feature Importance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MCP Deployment Experience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</a:rPr>
              <a:t>Model Context Protocol  •  SafeCity Crime Predictor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1920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Random Forest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Model (.pkl)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1508760"/>
            <a:ext cx="2743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1097280"/>
            <a:ext cx="1920240" cy="822960"/>
          </a:xfrm>
          <a:prstGeom prst="rect">
            <a:avLst/>
          </a:prstGeom>
          <a:solidFill>
            <a:srgbClr val="04785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server.py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MCP Server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508760"/>
            <a:ext cx="2743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097280"/>
            <a:ext cx="19202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stdio_server()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Transport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1508760"/>
            <a:ext cx="2743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1097280"/>
            <a:ext cx="1920240" cy="822960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Claude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Tools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103120"/>
            <a:ext cx="4114800" cy="26517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103120"/>
            <a:ext cx="41148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1396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What Worked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2578608"/>
            <a:ext cx="384048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1A"/>
                </a:solidFill>
              </a:rPr>
              <a:t>Pickle bundle (model + encoders + feature names) loaded cleanly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1A"/>
                </a:solidFill>
              </a:rPr>
              <a:t>predict_crime_category tool exposed 10 input params with validation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1A"/>
                </a:solidFill>
              </a:rPr>
              <a:t>Top-3 probability rankings gave nuanced, useful output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1A"/>
                </a:solidFill>
              </a:rPr>
              <a:t>list_crime_categories tool aided discoverability from Claude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1A"/>
                </a:solidFill>
              </a:rPr>
              <a:t>stdio transport required zero networking config — just worked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103120"/>
            <a:ext cx="4114800" cy="2651760"/>
          </a:xfrm>
          <a:prstGeom prst="rect">
            <a:avLst/>
          </a:prstGeom>
          <a:solidFill>
            <a:srgbClr val="FFF7F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2103120"/>
            <a:ext cx="41148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1396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✗  Challenges &amp; Fixes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578608"/>
            <a:ext cx="384048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1A1A"/>
                </a:solidFill>
              </a:rPr>
              <a:t>mcp package not on PATH — solved with pip install mcp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1A1A"/>
                </a:solidFill>
              </a:rPr>
              <a:t>MODEL_PATH was relative; needed absolute path resolution via Path(__file__)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1A1A"/>
                </a:solidFill>
              </a:rPr>
              <a:t>Boolean inputs (is_weekend, has_weapon) required explicit int() cast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1A1A"/>
                </a:solidFill>
              </a:rPr>
              <a:t>Claude sometimes passed string '1'/'0' instead of integers — added validation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E1A1A"/>
                </a:solidFill>
              </a:rPr>
              <a:t>Rare crime classes (Drug Offense, Child Abuse) predicted with low recall in RF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0B981"/>
                </a:solidFill>
              </a:rPr>
              <a:t>KEY INSIGHTS  &amp;  SURPRISE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the Data Revealed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420624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🎯  kNN: Near-Perfect Severity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17904"/>
            <a:ext cx="39319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k=3 achieved 99.8% accuracy predicting crime severity (High/Low/Medium). Severity is almost entirely deterministic from other features — not a useful standalone target.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90872" y="1078992"/>
            <a:ext cx="4206240" cy="1691640"/>
          </a:xfrm>
          <a:prstGeom prst="rect">
            <a:avLst/>
          </a:prstGeom>
          <a:solidFill>
            <a:srgbClr val="1A3A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🗺️  K-Means: Only 2 Geo-Clusters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28032" y="1517904"/>
            <a:ext cx="39319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Despite LA's complexity, k=2 gave the best silhouette score (0.546). The city splits into north (San Fernando Valley) vs south-central/coastal — a surprisingly clean divide.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907792"/>
            <a:ext cx="4206240" cy="1691640"/>
          </a:xfrm>
          <a:prstGeom prst="rect">
            <a:avLst/>
          </a:prstGeom>
          <a:solidFill>
            <a:srgbClr val="3A1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⚠️  Naive Bayes Fails on Multi-Class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346704"/>
            <a:ext cx="39319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NB accuracy dropped to 51% vs RF's 81.5%. It collapsed predictions into 3-4 dominant classes. Independence assumption is violated by correlated crime features.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90872" y="2907792"/>
            <a:ext cx="4206240" cy="1691640"/>
          </a:xfrm>
          <a:prstGeom prst="rect">
            <a:avLst/>
          </a:prstGeom>
          <a:solidFill>
            <a:srgbClr val="2A1A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🔫  Premise &amp; Area Drive Weapon Risk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8032" y="3346704"/>
            <a:ext cx="39319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LR with AUC=0.886 found Premise Category and AREA are the top predictors of weapon involvement — location matters more than time of day for weapon-related crimes.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SafeCity Phase 2  •  March 13 Workshop  •  LAPD Crime Data Analysis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SafeCity Phase 2 Workshop</dc:title>
  <dc:subject>PptxGenJS Presentation</dc:subject>
  <dc:creator>PptxGenJS</dc:creator>
  <cp:lastModifiedBy>PptxGenJS</cp:lastModifiedBy>
  <cp:revision>1</cp:revision>
  <dcterms:created xsi:type="dcterms:W3CDTF">2026-03-11T20:11:12Z</dcterms:created>
  <dcterms:modified xsi:type="dcterms:W3CDTF">2026-03-11T20:11:12Z</dcterms:modified>
</cp:coreProperties>
</file>